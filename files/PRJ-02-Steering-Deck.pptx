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E559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5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55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Portfolio Avg. Utilisation</c:v>
                  </c:pt>
                  <c:pt idx="1">
                    <c:v>Senior Dev (peak, 3 wks)</c:v>
                  </c:pt>
                  <c:pt idx="2">
                    <c:v>Margin at Start</c:v>
                  </c:pt>
                  <c:pt idx="3">
                    <c:v>Margin After Committed Costs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140</c:v>
                </c:pt>
                <c:pt idx="2">
                  <c:v>26</c:v>
                </c:pt>
                <c:pt idx="3">
                  <c:v>15.6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5A5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5A5A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88952" cy="2103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Governance &amp; Resource Capacity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Steering Review  |  PRJ-2026-0212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Keshaav Gite  |  Project Control Officer, PMP · CSM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sample deck built from a self-directed portfolio project (fictional client: Meridian Digital Consulting) — for demonstration of reporting style only.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Revenue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$2.215M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Budget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$1.640M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05256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Bench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people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Resourcing scattered across disconnected spreadsheets — no visibility into over/under-allocation, and PM self-reported RAG was masking real budget exposure.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80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capacity &amp; governance model — RAG computed independently of PM self-reporting, hidden capacity recovered, over-allocation visible weekly.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2697480"/>
            <a:ext cx="3794760" cy="2743200"/>
          </a:xfrm>
          <a:prstGeom prst="roundRect">
            <a:avLst>
              <a:gd name="adj" fmla="val 2667"/>
            </a:avLst>
          </a:prstGeom>
          <a:solidFill>
            <a:srgbClr val="DCE6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337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MS Project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25-task schedule, baselined, live variance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Excel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17-tab connected model feeding two dashboards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526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Power BI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Portfolio &amp; utilisation analytics — in development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5120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Power Automate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Booking-chaser flow — in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Utilisation &amp; Margin — The Hidden Picture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18120" y="1097280"/>
            <a:ext cx="3794760" cy="3931920"/>
          </a:xfrm>
          <a:prstGeom prst="roundRect">
            <a:avLst>
              <a:gd name="adj" fmla="val 1928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73736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average utilisation looked healthy — it hid a senior developer booked at 140% for 3 straight weeks across two fixed-price go-lives.</a:t>
            </a:r>
            <a:endParaRPr lang="en-US" sz="115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part-time analyst was booked past contracted hours; six data defects were masking real capacity.</a:t>
            </a:r>
            <a:endParaRPr lang="en-US" sz="115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was eroding 26.0% → 15.6% once committed costs were counted — invisible in PM self-reported status alone.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66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from self-directed portfolio project — for demonstration purposes only.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Integrity — 12 Defects Found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2926080"/>
        </p:xfrm>
        <a:graphic>
          <a:graphicData uri="http://schemas.openxmlformats.org/drawingml/2006/table">
            <a:tbl>
              <a:tblPr/>
              <a:tblGrid>
                <a:gridCol w="66751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Ghost resource — booked but not on active roster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Removed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Duplicate &amp; blank bookings across allocations export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777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Cleared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~60 hours of phantom “tentative” holds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777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Released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Contract breach — capped part-time role over hours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Escalated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Committed costs understating 3 of 6 projects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Corrected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defects were caught by formula-driven reconciliation across the 17-tab model — not guessed. This is what allowed the computed RAG to catch what PM self-reporting missed.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sample entries — for demonstration purposes only.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 RAG vs. PM-Reported RAG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Reviewed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Under-Reported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6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Cost Surfaced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$228,477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052560" y="1143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Capacity Recovered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 hrs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6 projects flagged UNDER-REPORTED — computed Amber/Red against a PM-reported Green.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RAG used Actual + Committed + Remaining Budget against documented variance thresholds, independent of self-reporting.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86% average utilisation and a mostly-Green portfolio were both technically true, and both hiding the real picture.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Keshaav Gite  |  Project Control Officer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&amp; The Ask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CEFD9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Already Taken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Rebalanced the over-allocated developer, held the part-timer to contract, and cleared data defects to recover approximately 60 hours of hidden capacity.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computed RAG model as the standing governance view going forward, alongside PM self-reporting.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continued weekly over-allocation monitoring via the capacity dashboard.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completion of the Power BI and Power Automate layers to automate the booking-chaser workflow.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Reporting Cycle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margin recovery across the 3 flagged projects and validate the booking-chaser automation pilot.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sample deck — for demonstration purposes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2026-08-28T17:05:10Z</dcterms:created>
  <dcterms:modified xsi:type="dcterms:W3CDTF">2026-08-28T17:05:10Z</dcterms:modified>
</cp:coreProperties>
</file>