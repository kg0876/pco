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($)</c:v>
                </c:pt>
              </c:strCache>
            </c:strRef>
          </c:tx>
          <c:spPr>
            <a:solidFill>
              <a:srgbClr val="2E559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5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5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5A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BAC (Budget)</c:v>
                  </c:pt>
                  <c:pt idx="1">
                    <c:v>Actual to Date</c:v>
                  </c:pt>
                  <c:pt idx="2">
                    <c:v>Committed POs</c:v>
                  </c:pt>
                  <c:pt idx="3">
                    <c:v>ETC</c:v>
                  </c:pt>
                  <c:pt idx="4">
                    <c:v>Forecast (EAC)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1260000</c:v>
                </c:pt>
                <c:pt idx="1">
                  <c:v>720000</c:v>
                </c:pt>
                <c:pt idx="2">
                  <c:v>214600</c:v>
                </c:pt>
                <c:pt idx="3">
                  <c:v>296861</c:v>
                </c:pt>
                <c:pt idx="4">
                  <c:v>1291461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5A5A"/>
                    </a:solidFill>
                    <a:latin typeface="Arial"/>
                  </a:rPr>
                  <a:t>$ CAD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88952" cy="2103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Banking Platform Upgrade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Update — Month 8 of 12  |  PRJ-2026-0147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Keshaav Gite  |  Project Control Officer, PMP · CSM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sample deck built from a self-directed portfolio project (fictional client: Northbridge Financial Group) — for demonstration of reporting style only.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(BAC)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$1.26M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 / 12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5256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Northbridge's retail digital banking platform to an API-first architecture — enabling real-time payments, cutting the release cycle from 12 weeks to 2 weeks, and closing the gap to OSFI B-13 technology-risk expectations.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Control Officer — schedule, cost, RAID, and reporting.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2697480"/>
            <a:ext cx="3794760" cy="2743200"/>
          </a:xfrm>
          <a:prstGeom prst="roundRect">
            <a:avLst>
              <a:gd name="adj" fmla="val 2667"/>
            </a:avLst>
          </a:prstGeom>
          <a:solidFill>
            <a:srgbClr val="DCE6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MS Project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WBS, dependencies, 6 milestones, baseline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Dynamics 365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Vendor POs &amp; invoices — source of actuals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Excel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RAID, change control, EAC cost model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Power BI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Interactive steering pack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Performance — Estimate at Completion (EAC)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18120" y="1097280"/>
            <a:ext cx="3794760" cy="3931920"/>
          </a:xfrm>
          <a:prstGeom prst="roundRect">
            <a:avLst>
              <a:gd name="adj" fmla="val 1928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73736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spend was dead on plan — 0.1% variance. Reporting Green on this alone would have been easy, and misleading.</a:t>
            </a:r>
            <a:endParaRPr lang="en-US" sz="12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$214,600 of committed POs, the forecast lands $31,461 OVER budget.</a:t>
            </a:r>
            <a:endParaRPr lang="en-US" sz="12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a full quarter early as AMBER — turning a hidden overrun into a planned contingency drawdown instead of a year-end emergency.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66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from self-directed portfolio project — for demonstration purposes only.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Data Review — Findings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2926080"/>
        </p:xfrm>
        <a:graphic>
          <a:graphicData uri="http://schemas.openxmlformats.org/drawingml/2006/table">
            <a:tbl>
              <a:tblPr/>
              <a:tblGrid>
                <a:gridCol w="66751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Duplicate invoice identified in AP export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Resolved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Invoice missing PO reference (policy breach)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Escalated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$28K of unposted invoices understating the month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777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Corrected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USD invoice requiring currency conversion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Resolved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Contractor Labour category running 22% over plan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Under Review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was caught through formula-driven reconciliation of the AP export against committed POs — not manual spot-checking. This is what surfaced the true forecast position a quarter ahead of year-end.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sample entries — for demonstration purposes only.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RAID &amp; Change Control Snapshot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Items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(1 rejected)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Open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5256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Logged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Items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RAID items originated from real reconciliation findings — not assumptions.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 rate renegotiation triggered as a direct result of cost variance escalation.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change request rejected at governance review — scope held firm against schedule pressure.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tracker maintained baseline vs. forecast vs. actual for all 6 project milestones.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Keshaav Gite  |  Project Control Officer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&amp; The Ask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EFD9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Status: AMBER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at completion is $31,461 over the $1.26M budget — driven by committed POs and a 22% overrun in Contractor Labour. Contingency (5.4%) covers the gap; no schedule impact expected.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drawdown of contingency to absorb the $31,461 forecast overrun.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Contractor Labour rate renegotiation already in progress.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to go-live timeline or OSFI B-13 milestone commitments.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Reporting Cycle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 update will confirm renegotiated contractor rate impact and updated EAC.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sample deck — for demonstration purposes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2026-08-28T17:02:03Z</dcterms:created>
  <dcterms:modified xsi:type="dcterms:W3CDTF">2026-08-28T17:02:03Z</dcterms:modified>
</cp:coreProperties>
</file>